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443AB-7130-256B-F560-92B563E69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9054C9-8BBD-CF58-EFB1-EA9E4FE83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EF2F1-7467-48C8-D1AC-284E6F798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0BDA7-730C-4182-815B-01CD93930D5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635B8-1FA9-0077-646A-5FA00F063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02DDF-3C64-7369-1AF2-946CB2983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BB8A-F947-47A6-90EF-7D46456EC5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417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75ADD-27BD-AC30-B7C1-FAB744E2C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85BFD-A9D9-8D60-6614-98E61AF0F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9932E-B9AA-D925-BF7B-0468B732E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0BDA7-730C-4182-815B-01CD93930D5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B3987-B3D7-B78C-31DF-5F32600F0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8E75E-FBD3-3402-53AF-9460D771A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BB8A-F947-47A6-90EF-7D46456EC5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24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9A3A2-AEC5-917A-AA48-063B3A1AB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7C764-99C4-80EA-E808-A20375968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238E6-8AB2-8230-9B39-90973DD0D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0BDA7-730C-4182-815B-01CD93930D5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98208-56EE-FC5A-3340-A43CFCD27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D454D-B06D-08B4-F8E7-BBF51E392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BB8A-F947-47A6-90EF-7D46456EC5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962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470A7-2E33-C1BF-3DC3-F6E315F00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4C411-2E8E-FE0B-7479-DAF5888F90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931BE9-BD0A-FE9F-133C-66965463F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F44BAF-BA2E-0E8F-24AE-4978D02AB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0BDA7-730C-4182-815B-01CD93930D5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0FCC4-D592-C70C-F6A1-92BEAC092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EB54D-4BBB-3A35-F49D-237844B5B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BB8A-F947-47A6-90EF-7D46456EC5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517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01EA8-E8B4-39F2-CE0A-2606D33D4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212F5-748A-2569-2C45-FA255B5808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A856E8-FDFE-6A7C-2150-122FC99C1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B38637-A7AB-12AB-8027-EBE82E3C94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0DD59B-14E8-2291-8AEE-CCBC587F64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522B95-8D8D-610D-6E8B-5F65F72DD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0BDA7-730C-4182-815B-01CD93930D5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03B3F-D596-6597-E131-9B05059C5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1A90C6-304B-C445-8E1E-2975A3F44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BB8A-F947-47A6-90EF-7D46456EC5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806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4B3C3-FFC6-602B-3F48-71531E9D8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BD9054-E509-5959-84E0-D07A8528C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0BDA7-730C-4182-815B-01CD93930D5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150082-1132-F92D-A2BE-7CFAD77A0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CE3419-3015-15A8-253D-93991C7B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BB8A-F947-47A6-90EF-7D46456EC5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296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944386-95AD-F82B-4BAF-E658321C9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0BDA7-730C-4182-815B-01CD93930D5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904102-0BEB-C5DB-1B0C-6A4A4238E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B90D1-256F-A069-1D30-4D0EF8951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BB8A-F947-47A6-90EF-7D46456EC5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690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23429-33B4-C815-28CA-A5CF65BAD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050D7-6237-90BE-7084-3AA5725D8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2D635-C77B-F577-533C-DCBDCC35E0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D67081-A9DB-8387-5342-9FEC3068A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0BDA7-730C-4182-815B-01CD93930D5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74591A-2782-CABD-8FA9-E1A141DE9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C532FC-66AE-562C-99B3-93285C5CD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BB8A-F947-47A6-90EF-7D46456EC5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154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9C239-08CC-7D8D-B8AB-7BFC2B9A7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680F8E-F50F-7092-07E0-527EA97251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0B8BD5-1688-604B-0622-8CA24E02D0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98AA9C-9968-AC5F-8734-98C8BB4E9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0BDA7-730C-4182-815B-01CD93930D5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EC7F6-2BA5-E406-C34D-A02600F5A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3BF33-A748-6B6B-F9DD-4665FF06C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BB8A-F947-47A6-90EF-7D46456EC5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81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53173-8D68-FFB4-850E-9D3A60741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26D9F9-22E5-1CC1-124E-B7405DAFF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C9D68-3B35-5BC4-72E2-7A40EA479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0BDA7-730C-4182-815B-01CD93930D5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5CF4D-D40F-6501-65AF-1BC38F901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AB50C-B880-05F1-A389-6295F7524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BB8A-F947-47A6-90EF-7D46456EC5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8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DDC3BC-EA41-C349-DA3E-5E01AD152B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2E3198-B9A6-2C18-E997-B34145C969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65E81-EA63-C6CF-83B5-B49F4FC09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0BDA7-730C-4182-815B-01CD93930D5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DE528-A820-8D7D-B51E-44567ECC0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C93C0-4E47-8CAB-F13D-754C13BA3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BB8A-F947-47A6-90EF-7D46456EC5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208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7DECF7-7C20-FD2C-6B35-3736035BA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48E3E-8C81-E4BB-6027-7F2EB1B63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A3457-F222-7F89-1EB8-D6DC6680A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90BDA7-730C-4182-815B-01CD93930D5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8CA8F-CFCD-131F-8AC3-D55E7CEED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304E5-D798-E84E-53F7-55E586B7A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8BB8A-F947-47A6-90EF-7D46456EC5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136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5DAA7-354E-1054-DB13-1C8F74AC96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34194F-1453-80B3-DB4F-5E9C8925B8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3F6E608-B206-785A-5E2B-343902043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66"/>
            <a:ext cx="12192000" cy="684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405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CD99-159E-881F-89B3-3B2A51775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49AA4BC-F0C8-8DA1-4BBD-0DE86FA8E5C4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259755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CD99-159E-881F-89B3-3B2A51775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A9D02D-C136-724A-DBA7-36E37C6419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291" y="-1"/>
            <a:ext cx="12269291" cy="6898679"/>
          </a:xfrm>
        </p:spPr>
      </p:pic>
    </p:spTree>
    <p:extLst>
      <p:ext uri="{BB962C8B-B14F-4D97-AF65-F5344CB8AC3E}">
        <p14:creationId xmlns:p14="http://schemas.microsoft.com/office/powerpoint/2010/main" val="4239005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5DAA7-354E-1054-DB13-1C8F74AC96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34194F-1453-80B3-DB4F-5E9C8925B8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C0C34E-9E04-9C0B-B6B2-95823F7A29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66"/>
            <a:ext cx="12192000" cy="684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396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5DAA7-354E-1054-DB13-1C8F74AC96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34194F-1453-80B3-DB4F-5E9C8925B8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EBA95F-094A-F937-D388-471C07BBEA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399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5DAA7-354E-1054-DB13-1C8F74AC96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34194F-1453-80B3-DB4F-5E9C8925B8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F133CA-F06E-4495-C898-F4A9CCB7A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20"/>
            <a:ext cx="12192000" cy="683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295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5DAA7-354E-1054-DB13-1C8F74AC96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34194F-1453-80B3-DB4F-5E9C8925B8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3769B8-3405-A006-9229-F2D6A39C14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467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5DAA7-354E-1054-DB13-1C8F74AC96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34194F-1453-80B3-DB4F-5E9C8925B8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21D019-FA5A-2ABB-6B32-984C5EB4E6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79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5DAA7-354E-1054-DB13-1C8F74AC96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34194F-1453-80B3-DB4F-5E9C8925B8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0A819C-422A-E9CD-6EBE-D25B3F2280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6085" y="0"/>
            <a:ext cx="12905923" cy="6923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952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5DAA7-354E-1054-DB13-1C8F74AC96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34194F-1453-80B3-DB4F-5E9C8925B8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CE4A01-CA09-9D0D-5407-EDF3351A3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279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</dc:creator>
  <cp:lastModifiedBy>Ayush</cp:lastModifiedBy>
  <cp:revision>1</cp:revision>
  <dcterms:created xsi:type="dcterms:W3CDTF">2026-09-11T17:12:08Z</dcterms:created>
  <dcterms:modified xsi:type="dcterms:W3CDTF">2026-09-11T17:19:00Z</dcterms:modified>
</cp:coreProperties>
</file>